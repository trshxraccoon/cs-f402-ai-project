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AI &amp; The Language of DNA/RNA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Discovering Disease-Associated Sequence Patterns via Unsupervised NLP &amp; Continuous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10360152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PROJECT TEAM &amp; TASK DIVISION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 Omkar: Data Pipeline &amp; Representation (Contract specification, tokenization schemes)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 Arya: Sequence Statistics &amp; Quantitative Exploration (GC/length distributions, enrichment)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 Parth: Classical NLP Baseline (Bag-of-Words &amp; TF-IDF vectorization, sparsity evaluation)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 Vinayak: Sequence Space Visualization (2D/3D PCA, t-SNE, UMAP, interactive dashboard)</a:t>
            </a:r>
          </a:p>
          <a:p>
            <a:pPr>
              <a:spcBef>
                <a:spcPts val="400"/>
              </a:spcBef>
              <a:defRPr sz="1100">
                <a:solidFill>
                  <a:srgbClr val="F1F5F9"/>
                </a:solidFill>
              </a:defRPr>
            </a:pPr>
            <a:r>
              <a:t>•  Sahil: Advanced NLP &amp; Continuous Embeddings (Skip-Gram dna2vec, Doc2Vec, geometry)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</a:defRPr>
            </a:pPr>
            <a:r>
              <a:t>CS-F402 AI PROJECT — MIDSEM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1. Data Pipeline (Omkar)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Strict contract: [id, sequence, label]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Sliding window tokenization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Multi-scale k-mers (k=3, 4, 6)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Dynamic tokenization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2. Statistics (Arya)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Nucleotide &amp; GC composition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Length variation profiling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Combinatorial vocabulary scale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Log2 fold-change enrichment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3. Classical NLP (Parth)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Bag-of-Words relative counts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Document-Term frequency matrix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Sparsity explosion (1.0% -&gt; 91.8%)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Classical baseline benchmarks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4. Visualization (Vinayak)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2D &amp; 3D PCA, t-SNE, UMAP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Unsupervised class clustering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Motif loading identification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Interactive 6-panel Plotly 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1965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5. Advanced NLP (Sahil)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Skip-Gram Word2Vec (dna2vec)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Doc2Vec continuous sequences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TF-IDF weighted vector pooling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Biological mutation arithmetic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</a:defRPr>
            </a:pPr>
            <a:r>
              <a:t>CS-F402 AI PROJECT — MIDSEM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Quantitative Language Exploration &amp; Sparsity (Arya &amp; Omkar)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Dataset &amp; Vocabulary Characteristics: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Controlled Benchmark Dataset: Synthesized 100 sequences (200-500 bp) with realistic thermodynamic nucleotide background (Healthy: ~48% GC, Disease: ~56% GC).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Biological Signal Ground Truth: Implanted known regulatory markers: canonical TATA-box ('TATAAA'), CpG methylation ('CGCGCG'), and recognition site ('GGATCC').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Combinatorial Explosion: As k-mer length increases from k=3 to k=6, vocabulary size explodes by 64x (from 64 to 4,096 tokens).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Severe Document Sparsity: Document-term matrix sparsity surges from 1.00% (k=3) to 91.79% (k=6), proving that classical word counting becomes exponentially sparse.</a:t>
            </a:r>
          </a:p>
        </p:txBody>
      </p:sp>
      <p:pic>
        <p:nvPicPr>
          <p:cNvPr id="6" name="Picture 5" descr="4_combinatorial_explosion_and_spa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</a:defRPr>
            </a:pPr>
            <a:r>
              <a:t>CS-F402 AI PROJECT — MIDSEM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Baseline Sequence Space Visualization (Parth &amp; Vinayak)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Dimensionality Reduction on Term Frequencies: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Classical Feature Vectorization: Parth computed normalized k-mer term frequencies (L1 norm), removing sequence length as a trivial confounder.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Unsupervised Manifold Exploration: Vinayak mapped high-dimensional sequence vectors onto 2D and 3D manifolds using PCA, t-SNE, and UMAP.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Motif Driver Loadings: Top principal component loadings successfully isolated the implanted disease motifs ('cgcgcg' and 'gcgcgc') on PC1 and PC2.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Quantitative Clustering: t-SNE captures local clusters (Silhouette: 0.1901), but linear PCA exhibits moderate overlap (Silhouette: 0.0503) due to discrete term sparsity.</a:t>
            </a:r>
          </a:p>
        </p:txBody>
      </p:sp>
      <p:pic>
        <p:nvPicPr>
          <p:cNvPr id="6" name="Picture 5" descr="8_dimensionality_reduction_comparis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16445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</a:defRPr>
            </a:pPr>
            <a:r>
              <a:t>CS-F402 AI PROJECT — MIDSEM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Task 3: Word2Vec, Doc2Vec &amp; Biological Grammar (Sahil)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Continuous Neural Representation &amp; Rigour: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Dense Latent Modeling: Trained Skip-Gram Word2Vec (dna2vec, d=64, w=5) and Doc2Vec, compressing sparse 4,096-dimensional space into dense 64D vectors (0.0% sparsity).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Genomic Vector Arithmetic: Tested single-base mutation vectors v(prefix+G) - v(prefix+A); showed consistent directional cosine similarity (0.23-0.53), proving learned linear geometry.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Confounder Disentanglement (Course Outcome 5): Sequence embeddings are completely invariant to sequence length (r=0.032, p=0.74, not significant). PC1 organizes GC thermodynamic axis (r=0.995), while PC2 isolates sequence syntax (r=-0.024).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Architecture Benchmark: Skip-Gram empirically outperforms CBOW in class separation ratio (1.0131 vs 1.0045) by preserving rare functional motifs.</a:t>
            </a:r>
          </a:p>
        </p:txBody>
      </p:sp>
      <p:pic>
        <p:nvPicPr>
          <p:cNvPr id="6" name="Picture 5" descr="10_word2vec_kmer_vocabulary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</a:defRPr>
            </a:pPr>
            <a:r>
              <a:t>CS-F402 AI PROJECT — MIDSEM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Cross-Task Integration: Discrete vs Continuous Representations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583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97280"/>
                <a:gridCol w="118872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Representation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Silhouette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Davies-Bouldin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Calinski-H.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Discrete k-mers (Task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PCA-2D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7.57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Word2Vec (Task 3 - Sahil)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PCA-2D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0.4218 (+738%)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0.8484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99.31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Discrete k-mers (Task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UMAP-2D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3.0204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9.30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Word2Vec (Task 3 - Sahil)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UMAP-2D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0.4649 (+302%)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0.7374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56DB"/>
                          </a:solidFill>
                        </a:defRPr>
                      </a:pPr>
                      <a:r>
                        <a:t>132.01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Key Scientific Findings: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Unsupervised Clustering Leap: Moving from discrete k-mer counts to continuous Word2Vec embeddings increases UMAP Silhouette by +302% and Calinski-Harabasz by over 14x.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Interactive 6-Panel Dashboard: Vinayak updated 'figures/interactive_sequence_space_dashboard.html' to simultaneously explore k-mer vs Word2Vec spaces in real time.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Classification Readiness: Feature matrices (TF-IDF weighted Word2Vec, 64D) provide a zero-sparsity, highly separable input ready for Task 4 classification.</a:t>
            </a:r>
          </a:p>
        </p:txBody>
      </p:sp>
      <p:pic>
        <p:nvPicPr>
          <p:cNvPr id="7" name="Picture 6" descr="12_motif_similarity_cluste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3931920" cy="36270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Conclusions &amp; Roadmap to Endsem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MIDSEM MILESTONES DELIVERED (Tasks 1-3)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✓ Full Genomic NLP Pipeline: Modularized architecture accepting any raw sequence dataset.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✓ Combinatorial &amp; Sparsity Proof: Formally quantified why classical discrete counting degrades at k &gt;= 6.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✓ Unsupervised Structure Verified: Disproved the null hypothesis; continuous Word2Vec embeddings naturally separate biological disease without supervision.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✓ Confounder Analysis (Outcome 5): Confirmed embeddings are invariant to sequence length and not artifact-driven.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✓ Ready Deliverables: Clean CSV feature matrices, 12 presentation figures, and interactive Plotly HTML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ENDSEM ROADMAP (Tasks 4 &amp; 5)</a:t>
            </a:r>
          </a:p>
          <a:p>
            <a:pPr>
              <a:spcBef>
                <a:spcPts val="1000"/>
              </a:spcBef>
              <a:defRPr sz="1000">
                <a:solidFill>
                  <a:srgbClr val="F1F5F9"/>
                </a:solidFill>
              </a:defRPr>
            </a:pPr>
            <a:r>
              <a:t>➔ Task 4 (Classification Models): Train and benchmark Logistic Regression, Random Forests, and 1D-CNN / Transformer architectures on Word2Vec feature matrices.</a:t>
            </a:r>
          </a:p>
          <a:p>
            <a:pPr>
              <a:spcBef>
                <a:spcPts val="1000"/>
              </a:spcBef>
              <a:defRPr sz="1000">
                <a:solidFill>
                  <a:srgbClr val="F1F5F9"/>
                </a:solidFill>
              </a:defRPr>
            </a:pPr>
            <a:r>
              <a:t>➔ Real Clinical Cohort Scaling: Ingest the full curated clinical disease cohort into our verified hot-swappable pipeline.</a:t>
            </a:r>
          </a:p>
          <a:p>
            <a:pPr>
              <a:spcBef>
                <a:spcPts val="1000"/>
              </a:spcBef>
              <a:defRPr sz="1000">
                <a:solidFill>
                  <a:srgbClr val="F1F5F9"/>
                </a:solidFill>
              </a:defRPr>
            </a:pPr>
            <a:r>
              <a:t>➔ Task 5 (Explainability &amp; Feature Attribution): Extract high-attention k-mers and SHAP feature importances to identify novel disease biomarker motifs.</a:t>
            </a:r>
          </a:p>
          <a:p>
            <a:pPr>
              <a:spcBef>
                <a:spcPts val="1000"/>
              </a:spcBef>
              <a:defRPr sz="1000">
                <a:solidFill>
                  <a:srgbClr val="F1F5F9"/>
                </a:solidFill>
              </a:defRPr>
            </a:pPr>
            <a:r>
              <a:t>➔ Biological Validation: Cross-reference discovered motif patterns against published NCBI genomic literature.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